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HDB Ops Survey Report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en-US"/>
              <a:t>{{ block }} {{ street }}</a:t>
            </a:r>
            <a:endParaRPr 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2439015" y="608330"/>
            <a:ext cx="111125" cy="705485"/>
          </a:xfrm>
        </p:spPr>
        <p:txBody>
          <a:bodyPr/>
          <a:p>
            <a:endParaRPr lang="en-US"/>
          </a:p>
        </p:txBody>
      </p:sp>
      <p:graphicFrame>
        <p:nvGraphicFramePr>
          <p:cNvPr id="4" name="Content Placeholder 3"/>
          <p:cNvGraphicFramePr/>
          <p:nvPr>
            <p:ph idx="1"/>
            <p:custDataLst>
              <p:tags r:id="rId2"/>
            </p:custDataLst>
          </p:nvPr>
        </p:nvGraphicFramePr>
        <p:xfrm>
          <a:off x="608400" y="1490400"/>
          <a:ext cx="10970260" cy="76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2565"/>
                <a:gridCol w="2742565"/>
                <a:gridCol w="2742565"/>
                <a:gridCol w="2742565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b="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Block Number</a:t>
                      </a:r>
                      <a:endParaRPr lang="en-US" b="0">
                        <a:solidFill>
                          <a:schemeClr val="tx1"/>
                        </a:solidFill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800" b="0" spc="3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uFillTx/>
                          <a:latin typeface="Arial" panose="020B0604020202090204" pitchFamily="34" charset="0"/>
                          <a:ea typeface="+mj-ea"/>
                          <a:cs typeface="Arial" panose="020B0604020202090204" pitchFamily="34" charset="0"/>
                        </a:rPr>
                        <a:t>Street</a:t>
                      </a:r>
                      <a:endParaRPr lang="en-US" sz="1800" b="0" spc="3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uFillTx/>
                        <a:latin typeface="Arial" panose="020B0604020202090204" pitchFamily="34" charset="0"/>
                        <a:ea typeface="+mj-ea"/>
                        <a:cs typeface="Arial" panose="020B0604020202090204" pitchFamily="3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b="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Nearest Hydrant Number</a:t>
                      </a:r>
                      <a:endParaRPr lang="en-US" b="0">
                        <a:solidFill>
                          <a:schemeClr val="tx1"/>
                        </a:solidFill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b="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Number of breaching inlets</a:t>
                      </a:r>
                      <a:endParaRPr lang="en-US" b="0">
                        <a:solidFill>
                          <a:schemeClr val="tx1"/>
                        </a:solidFill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b="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{{ block }}</a:t>
                      </a:r>
                      <a:endParaRPr lang="en-US" b="0">
                        <a:solidFill>
                          <a:schemeClr val="tx1"/>
                        </a:solidFill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800" b="0" spc="3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uFillTx/>
                          <a:latin typeface="Arial" panose="020B0604020202090204" pitchFamily="34" charset="0"/>
                          <a:ea typeface="+mj-ea"/>
                          <a:cs typeface="Arial" panose="020B0604020202090204" pitchFamily="34" charset="0"/>
                        </a:rPr>
                        <a:t>{{ street }}</a:t>
                      </a:r>
                      <a:endParaRPr lang="en-US" sz="1800" b="0" spc="3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uFillTx/>
                        <a:latin typeface="Arial" panose="020B0604020202090204" pitchFamily="34" charset="0"/>
                        <a:ea typeface="+mj-ea"/>
                        <a:cs typeface="Arial" panose="020B0604020202090204" pitchFamily="3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b="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{{ nearest hydrant }}</a:t>
                      </a:r>
                      <a:endParaRPr lang="en-US" b="0">
                        <a:solidFill>
                          <a:schemeClr val="tx1"/>
                        </a:solidFill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b="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{{ number of breaching }}</a:t>
                      </a:r>
                      <a:endParaRPr lang="en-US" b="0">
                        <a:solidFill>
                          <a:schemeClr val="tx1"/>
                        </a:solidFill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180</Words>
  <Application>WPS Presentation</Application>
  <PresentationFormat>Widescreen</PresentationFormat>
  <Paragraphs>20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6" baseType="lpstr">
      <vt:lpstr>Arial</vt:lpstr>
      <vt:lpstr>SimSun</vt:lpstr>
      <vt:lpstr>Wingdings</vt:lpstr>
      <vt:lpstr>Wingdings</vt:lpstr>
      <vt:lpstr>Microsoft YaHei</vt:lpstr>
      <vt:lpstr>汉仪旗黑</vt:lpstr>
      <vt:lpstr>Arial Unicode MS</vt:lpstr>
      <vt:lpstr>Calibri</vt:lpstr>
      <vt:lpstr>Helvetica Neue</vt:lpstr>
      <vt:lpstr>宋体-简</vt:lpstr>
      <vt:lpstr>Arial Bold</vt:lpstr>
      <vt:lpstr>.AppleSystemUIFont Regular</vt:lpstr>
      <vt:lpstr>苹方-简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HDB Ops Survey Report</dc:title>
  <dc:creator>david</dc:creator>
  <cp:lastModifiedBy>dav -</cp:lastModifiedBy>
  <cp:revision>2</cp:revision>
  <dcterms:created xsi:type="dcterms:W3CDTF">2026-08-24T08:06:34Z</dcterms:created>
  <dcterms:modified xsi:type="dcterms:W3CDTF">2026-08-24T08:06:34Z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1033-12.1.26015.26015</vt:lpwstr>
  </property>
  <property fmtid="{D5CDD505-2E9C-101B-9397-08002B2CF9AE}" pid="3" name="ICV">
    <vt:lpwstr>00A90322A43038FB06F88B6A467B6EB2_41</vt:lpwstr>
  </property>
</Properties>
</file>